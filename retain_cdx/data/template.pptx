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57CAC-6691-8447-1827-0A46560E7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E6DBD1-85E6-50E4-4CF3-535F52426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7A84D2-8CAA-473D-7962-9141822B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70929-98CA-FEDB-2AEE-AA0721D7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574070-4F32-6367-7D3A-CC68E922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74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D16D8-F407-B346-D5DA-8B10B9D3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498F4-5F06-21EF-A239-963695178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E9BBE1-1000-1D82-69FE-B301D0C57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E5C0C0-F26B-F2BA-D4B6-3A7B5B2C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1FBE7-8C32-4A1B-D3EF-32E2CFC6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18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7AAB8-6401-80BE-0C18-9AEAD5AF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802CBE-C8DD-1141-0C98-CBF7386E3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2FBFA4-781C-8CAB-3B76-BA199CC0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8FDC3F-D0C4-29E5-7240-2822D5E0D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DB166-EEB7-2A6F-00A7-ADDC7FF2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875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2317F-6AA3-EFF9-070F-40CC4460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23479B-EC1B-9ACE-D39C-E8B8402EC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29B791-A4FE-EF7E-6E0A-1C93F9CE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119AF5-5595-EC8C-018B-A128A316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8A6D0A-EC4C-5CA6-880C-2C0CEFD6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128E65-18AB-BE0F-6677-A85B7B0A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82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89076-5AE7-0781-4CC7-F36FD16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04093D-4574-5932-CD66-BC6FCD04E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16AB6A-0902-3BF0-3862-4D906516E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DB0180-D36A-6BC8-187B-DEBB0BCF5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2622B6-2161-4479-FF70-B99FC411B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58429C-6E42-57DE-363B-7B8D9123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46A261-F963-156C-194C-23B98D8B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21C6EA-7B9A-732C-73F9-9C8439E1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45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AD2A9-6447-EB0C-01B1-78F044B4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4B8AA8-5C67-E7FD-2952-75BAA7797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0A60D8-3B92-3620-855E-7931652C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0953BA-CD1D-4D87-7078-78F09BC6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64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EFC552-0B8F-5489-3CFA-CCF88628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C3FFE8-850F-E9D8-1978-DADDA977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D7D8E0-58B8-AE8F-D19B-E9A1BDD7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04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D8FD9-A324-7902-6BEA-5974C3CF3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742CC-61AE-D9BB-E9A4-4DDE7507F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37BFCF-AC32-F6EB-6D10-7E7D7FCBD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4969F6-3627-8F24-7D88-901EC3F86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212E3B-0DA4-099C-0FB7-C3DACF6F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354AC5-A0EB-5679-1258-7AFCB0C7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808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E1909-E86D-615A-2F52-AFBAC201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F478F9-B78B-92A3-6C65-8D8C39A596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486A7E-4EBA-AC41-31A3-298921100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78EA57-28F8-0AA2-966E-1AA7EEF0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E6435-C6D5-F2B3-15EF-8048ED51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ABD455-5C79-C0DD-DFDB-7EE09BA2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5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0E07A-E541-6A5A-A310-33D95FFAB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CCEC12-F28D-2483-FACB-96A0245BA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44F7C-BCED-CAE1-19A1-E5F9FBFA2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BEB218-9814-D798-9A72-2859E8D5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EDCE45-7A14-1F36-D561-7F39D81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5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0C8662-F474-4E15-1DBC-BEAD2A26C2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B58E2F-DB52-6CE0-2921-725366571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C1676B-32DB-D342-E5F6-FABF59583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90D9E-2BC6-54B0-F1DB-B732E8A8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E8BEBA-512A-6CBB-CAC6-EA77C14F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1065C0-E0BE-3E53-F6BC-37EF2E4E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A6FF7-A0A4-5149-75DC-9A277B33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16500-DF34-0B7F-5F10-A3C745835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61187-F264-488F-8882-19A88CE600CC}" type="datetimeFigureOut">
              <a:rPr lang="zh-CN" altLang="en-US" smtClean="0"/>
              <a:t>2026/7/31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12AB8-0A4C-6999-9130-F7B8D61C8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F03657-A2E0-EFEE-3B4A-6EE9B22E1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20A59-60CB-45FF-9120-06AC07A0AE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87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FF8BD27-6CBA-E30C-576F-5BF4F1D3E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757969"/>
              </p:ext>
            </p:extLst>
          </p:nvPr>
        </p:nvGraphicFramePr>
        <p:xfrm>
          <a:off x="5910263" y="3217863"/>
          <a:ext cx="3698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70294" imgH="419073" progId="ChemDraw.Document.6.0">
                  <p:embed/>
                </p:oleObj>
              </mc:Choice>
              <mc:Fallback>
                <p:oleObj name="CS ChemDraw Drawing" r:id="rId2" imgW="370294" imgH="41907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10263" y="3217863"/>
                        <a:ext cx="369887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191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CS ChemDraw Drawing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永恒 我心</dc:creator>
  <cp:lastModifiedBy>永恒 我心</cp:lastModifiedBy>
  <cp:revision>1</cp:revision>
  <dcterms:created xsi:type="dcterms:W3CDTF">2026-07-31T02:50:17Z</dcterms:created>
  <dcterms:modified xsi:type="dcterms:W3CDTF">2026-07-31T02:51:31Z</dcterms:modified>
</cp:coreProperties>
</file>